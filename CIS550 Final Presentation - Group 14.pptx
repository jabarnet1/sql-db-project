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E3BC70-C2F3-4F47-855D-1EDA6516C421}" v="4" dt="2025-04-23T18:28:36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Barnett" userId="d6a00b7e-bf64-408b-8a16-62d507f822d0" providerId="ADAL" clId="{68E3BC70-C2F3-4F47-855D-1EDA6516C421}"/>
    <pc:docChg chg="undo custSel addSld modSld">
      <pc:chgData name="Jason Barnett" userId="d6a00b7e-bf64-408b-8a16-62d507f822d0" providerId="ADAL" clId="{68E3BC70-C2F3-4F47-855D-1EDA6516C421}" dt="2025-04-23T23:16:47.242" v="847" actId="20577"/>
      <pc:docMkLst>
        <pc:docMk/>
      </pc:docMkLst>
      <pc:sldChg chg="addSp delSp modSp new mod setBg">
        <pc:chgData name="Jason Barnett" userId="d6a00b7e-bf64-408b-8a16-62d507f822d0" providerId="ADAL" clId="{68E3BC70-C2F3-4F47-855D-1EDA6516C421}" dt="2025-04-23T18:27:46.637" v="189" actId="5793"/>
        <pc:sldMkLst>
          <pc:docMk/>
          <pc:sldMk cId="1542531580" sldId="256"/>
        </pc:sldMkLst>
        <pc:spChg chg="mod">
          <ac:chgData name="Jason Barnett" userId="d6a00b7e-bf64-408b-8a16-62d507f822d0" providerId="ADAL" clId="{68E3BC70-C2F3-4F47-855D-1EDA6516C421}" dt="2025-04-23T18:27:33.873" v="185" actId="26606"/>
          <ac:spMkLst>
            <pc:docMk/>
            <pc:sldMk cId="1542531580" sldId="256"/>
            <ac:spMk id="2" creationId="{0299A614-791E-A075-A23F-EDC1328C9F99}"/>
          </ac:spMkLst>
        </pc:spChg>
        <pc:spChg chg="mod">
          <ac:chgData name="Jason Barnett" userId="d6a00b7e-bf64-408b-8a16-62d507f822d0" providerId="ADAL" clId="{68E3BC70-C2F3-4F47-855D-1EDA6516C421}" dt="2025-04-23T18:27:46.637" v="189" actId="5793"/>
          <ac:spMkLst>
            <pc:docMk/>
            <pc:sldMk cId="1542531580" sldId="256"/>
            <ac:spMk id="3" creationId="{7CD80709-BBFC-FFD7-529A-73B18B86BEDA}"/>
          </ac:spMkLst>
        </pc:spChg>
        <pc:spChg chg="add del">
          <ac:chgData name="Jason Barnett" userId="d6a00b7e-bf64-408b-8a16-62d507f822d0" providerId="ADAL" clId="{68E3BC70-C2F3-4F47-855D-1EDA6516C421}" dt="2025-04-23T18:27:33.853" v="184" actId="26606"/>
          <ac:spMkLst>
            <pc:docMk/>
            <pc:sldMk cId="1542531580" sldId="256"/>
            <ac:spMk id="9" creationId="{9AA72BD9-2C5A-4EDC-931F-5AA08EACA0F3}"/>
          </ac:spMkLst>
        </pc:spChg>
        <pc:spChg chg="add del">
          <ac:chgData name="Jason Barnett" userId="d6a00b7e-bf64-408b-8a16-62d507f822d0" providerId="ADAL" clId="{68E3BC70-C2F3-4F47-855D-1EDA6516C421}" dt="2025-04-23T18:27:33.853" v="184" actId="26606"/>
          <ac:spMkLst>
            <pc:docMk/>
            <pc:sldMk cId="1542531580" sldId="256"/>
            <ac:spMk id="11" creationId="{DD3981AC-7B61-4947-BCF3-F7AA7FA385B9}"/>
          </ac:spMkLst>
        </pc:spChg>
        <pc:spChg chg="add del">
          <ac:chgData name="Jason Barnett" userId="d6a00b7e-bf64-408b-8a16-62d507f822d0" providerId="ADAL" clId="{68E3BC70-C2F3-4F47-855D-1EDA6516C421}" dt="2025-04-23T18:27:33.853" v="184" actId="26606"/>
          <ac:spMkLst>
            <pc:docMk/>
            <pc:sldMk cId="1542531580" sldId="256"/>
            <ac:spMk id="13" creationId="{55D4142C-5077-457F-A6AD-3FECFDB39685}"/>
          </ac:spMkLst>
        </pc:spChg>
        <pc:spChg chg="add del">
          <ac:chgData name="Jason Barnett" userId="d6a00b7e-bf64-408b-8a16-62d507f822d0" providerId="ADAL" clId="{68E3BC70-C2F3-4F47-855D-1EDA6516C421}" dt="2025-04-23T18:27:33.853" v="184" actId="26606"/>
          <ac:spMkLst>
            <pc:docMk/>
            <pc:sldMk cId="1542531580" sldId="256"/>
            <ac:spMk id="15" creationId="{7A5F0580-5EE9-419F-96EE-B6529EF6E7D0}"/>
          </ac:spMkLst>
        </pc:spChg>
        <pc:spChg chg="add">
          <ac:chgData name="Jason Barnett" userId="d6a00b7e-bf64-408b-8a16-62d507f822d0" providerId="ADAL" clId="{68E3BC70-C2F3-4F47-855D-1EDA6516C421}" dt="2025-04-23T18:27:33.873" v="185" actId="26606"/>
          <ac:spMkLst>
            <pc:docMk/>
            <pc:sldMk cId="1542531580" sldId="256"/>
            <ac:spMk id="17" creationId="{04812C46-200A-4DEB-A05E-3ED6C68C2387}"/>
          </ac:spMkLst>
        </pc:spChg>
        <pc:spChg chg="add">
          <ac:chgData name="Jason Barnett" userId="d6a00b7e-bf64-408b-8a16-62d507f822d0" providerId="ADAL" clId="{68E3BC70-C2F3-4F47-855D-1EDA6516C421}" dt="2025-04-23T18:27:33.873" v="185" actId="26606"/>
          <ac:spMkLst>
            <pc:docMk/>
            <pc:sldMk cId="1542531580" sldId="256"/>
            <ac:spMk id="18" creationId="{D1EA859B-E555-4109-94F3-6700E046E008}"/>
          </ac:spMkLst>
        </pc:spChg>
        <pc:picChg chg="add mod ord">
          <ac:chgData name="Jason Barnett" userId="d6a00b7e-bf64-408b-8a16-62d507f822d0" providerId="ADAL" clId="{68E3BC70-C2F3-4F47-855D-1EDA6516C421}" dt="2025-04-23T18:27:33.873" v="185" actId="26606"/>
          <ac:picMkLst>
            <pc:docMk/>
            <pc:sldMk cId="1542531580" sldId="256"/>
            <ac:picMk id="4" creationId="{6053D9ED-53E8-130A-25B8-D5B2A98987BA}"/>
          </ac:picMkLst>
        </pc:picChg>
      </pc:sldChg>
      <pc:sldChg chg="modSp new mod">
        <pc:chgData name="Jason Barnett" userId="d6a00b7e-bf64-408b-8a16-62d507f822d0" providerId="ADAL" clId="{68E3BC70-C2F3-4F47-855D-1EDA6516C421}" dt="2025-04-23T18:34:55.454" v="741" actId="27636"/>
        <pc:sldMkLst>
          <pc:docMk/>
          <pc:sldMk cId="2686346466" sldId="257"/>
        </pc:sldMkLst>
        <pc:spChg chg="mod">
          <ac:chgData name="Jason Barnett" userId="d6a00b7e-bf64-408b-8a16-62d507f822d0" providerId="ADAL" clId="{68E3BC70-C2F3-4F47-855D-1EDA6516C421}" dt="2025-04-23T18:29:41.518" v="228" actId="20577"/>
          <ac:spMkLst>
            <pc:docMk/>
            <pc:sldMk cId="2686346466" sldId="257"/>
            <ac:spMk id="2" creationId="{2F5D8719-50A2-FF6D-D97B-2092D6C09CD0}"/>
          </ac:spMkLst>
        </pc:spChg>
        <pc:spChg chg="mod">
          <ac:chgData name="Jason Barnett" userId="d6a00b7e-bf64-408b-8a16-62d507f822d0" providerId="ADAL" clId="{68E3BC70-C2F3-4F47-855D-1EDA6516C421}" dt="2025-04-23T18:34:55.454" v="741" actId="27636"/>
          <ac:spMkLst>
            <pc:docMk/>
            <pc:sldMk cId="2686346466" sldId="257"/>
            <ac:spMk id="3" creationId="{997DD3AB-88A7-C26A-F682-44AB32E861D6}"/>
          </ac:spMkLst>
        </pc:spChg>
      </pc:sldChg>
      <pc:sldChg chg="modSp new mod">
        <pc:chgData name="Jason Barnett" userId="d6a00b7e-bf64-408b-8a16-62d507f822d0" providerId="ADAL" clId="{68E3BC70-C2F3-4F47-855D-1EDA6516C421}" dt="2025-04-23T18:36:25.452" v="812" actId="20577"/>
        <pc:sldMkLst>
          <pc:docMk/>
          <pc:sldMk cId="1911642985" sldId="258"/>
        </pc:sldMkLst>
        <pc:spChg chg="mod">
          <ac:chgData name="Jason Barnett" userId="d6a00b7e-bf64-408b-8a16-62d507f822d0" providerId="ADAL" clId="{68E3BC70-C2F3-4F47-855D-1EDA6516C421}" dt="2025-04-23T18:36:25.452" v="812" actId="20577"/>
          <ac:spMkLst>
            <pc:docMk/>
            <pc:sldMk cId="1911642985" sldId="258"/>
            <ac:spMk id="2" creationId="{5CBB688F-6C0C-BFC9-ED2A-9616752C9773}"/>
          </ac:spMkLst>
        </pc:spChg>
        <pc:spChg chg="mod">
          <ac:chgData name="Jason Barnett" userId="d6a00b7e-bf64-408b-8a16-62d507f822d0" providerId="ADAL" clId="{68E3BC70-C2F3-4F47-855D-1EDA6516C421}" dt="2025-04-23T18:36:18.513" v="798" actId="5793"/>
          <ac:spMkLst>
            <pc:docMk/>
            <pc:sldMk cId="1911642985" sldId="258"/>
            <ac:spMk id="3" creationId="{7656387A-07FC-5286-4482-2D00C7454C52}"/>
          </ac:spMkLst>
        </pc:spChg>
      </pc:sldChg>
      <pc:sldChg chg="addSp delSp modSp new mod">
        <pc:chgData name="Jason Barnett" userId="d6a00b7e-bf64-408b-8a16-62d507f822d0" providerId="ADAL" clId="{68E3BC70-C2F3-4F47-855D-1EDA6516C421}" dt="2025-04-23T18:28:36.957" v="193" actId="1076"/>
        <pc:sldMkLst>
          <pc:docMk/>
          <pc:sldMk cId="914275078" sldId="259"/>
        </pc:sldMkLst>
        <pc:spChg chg="mod">
          <ac:chgData name="Jason Barnett" userId="d6a00b7e-bf64-408b-8a16-62d507f822d0" providerId="ADAL" clId="{68E3BC70-C2F3-4F47-855D-1EDA6516C421}" dt="2025-04-23T17:38:22.684" v="51" actId="20577"/>
          <ac:spMkLst>
            <pc:docMk/>
            <pc:sldMk cId="914275078" sldId="259"/>
            <ac:spMk id="2" creationId="{76508D9B-300F-77CE-D5AE-2E2080A43129}"/>
          </ac:spMkLst>
        </pc:spChg>
        <pc:spChg chg="del">
          <ac:chgData name="Jason Barnett" userId="d6a00b7e-bf64-408b-8a16-62d507f822d0" providerId="ADAL" clId="{68E3BC70-C2F3-4F47-855D-1EDA6516C421}" dt="2025-04-23T18:28:27.155" v="190" actId="478"/>
          <ac:spMkLst>
            <pc:docMk/>
            <pc:sldMk cId="914275078" sldId="259"/>
            <ac:spMk id="3" creationId="{669EE728-0930-7BB5-B9B7-56D57F6F9073}"/>
          </ac:spMkLst>
        </pc:spChg>
        <pc:picChg chg="add mod">
          <ac:chgData name="Jason Barnett" userId="d6a00b7e-bf64-408b-8a16-62d507f822d0" providerId="ADAL" clId="{68E3BC70-C2F3-4F47-855D-1EDA6516C421}" dt="2025-04-23T18:28:36.957" v="193" actId="1076"/>
          <ac:picMkLst>
            <pc:docMk/>
            <pc:sldMk cId="914275078" sldId="259"/>
            <ac:picMk id="1026" creationId="{61A96E0E-31A0-8AEB-A6AF-A54F9A90EA08}"/>
          </ac:picMkLst>
        </pc:picChg>
      </pc:sldChg>
      <pc:sldChg chg="modSp new mod">
        <pc:chgData name="Jason Barnett" userId="d6a00b7e-bf64-408b-8a16-62d507f822d0" providerId="ADAL" clId="{68E3BC70-C2F3-4F47-855D-1EDA6516C421}" dt="2025-04-23T18:36:36.211" v="832" actId="20577"/>
        <pc:sldMkLst>
          <pc:docMk/>
          <pc:sldMk cId="3766744038" sldId="260"/>
        </pc:sldMkLst>
        <pc:spChg chg="mod">
          <ac:chgData name="Jason Barnett" userId="d6a00b7e-bf64-408b-8a16-62d507f822d0" providerId="ADAL" clId="{68E3BC70-C2F3-4F47-855D-1EDA6516C421}" dt="2025-04-23T18:36:36.211" v="832" actId="20577"/>
          <ac:spMkLst>
            <pc:docMk/>
            <pc:sldMk cId="3766744038" sldId="260"/>
            <ac:spMk id="2" creationId="{6E3818E3-82EE-1CA0-4D61-3B7E40B41EB9}"/>
          </ac:spMkLst>
        </pc:spChg>
      </pc:sldChg>
      <pc:sldChg chg="modSp new mod">
        <pc:chgData name="Jason Barnett" userId="d6a00b7e-bf64-408b-8a16-62d507f822d0" providerId="ADAL" clId="{68E3BC70-C2F3-4F47-855D-1EDA6516C421}" dt="2025-04-23T23:16:47.242" v="847" actId="20577"/>
        <pc:sldMkLst>
          <pc:docMk/>
          <pc:sldMk cId="2885894017" sldId="261"/>
        </pc:sldMkLst>
        <pc:spChg chg="mod">
          <ac:chgData name="Jason Barnett" userId="d6a00b7e-bf64-408b-8a16-62d507f822d0" providerId="ADAL" clId="{68E3BC70-C2F3-4F47-855D-1EDA6516C421}" dt="2025-04-23T23:16:47.242" v="847" actId="20577"/>
          <ac:spMkLst>
            <pc:docMk/>
            <pc:sldMk cId="2885894017" sldId="261"/>
            <ac:spMk id="2" creationId="{790ACE4E-F666-AE0A-C965-255046557DD6}"/>
          </ac:spMkLst>
        </pc:spChg>
      </pc:sldChg>
      <pc:sldChg chg="modSp new mod">
        <pc:chgData name="Jason Barnett" userId="d6a00b7e-bf64-408b-8a16-62d507f822d0" providerId="ADAL" clId="{68E3BC70-C2F3-4F47-855D-1EDA6516C421}" dt="2025-04-23T17:38:53.325" v="99" actId="20577"/>
        <pc:sldMkLst>
          <pc:docMk/>
          <pc:sldMk cId="3830921460" sldId="262"/>
        </pc:sldMkLst>
        <pc:spChg chg="mod">
          <ac:chgData name="Jason Barnett" userId="d6a00b7e-bf64-408b-8a16-62d507f822d0" providerId="ADAL" clId="{68E3BC70-C2F3-4F47-855D-1EDA6516C421}" dt="2025-04-23T17:38:53.325" v="99" actId="20577"/>
          <ac:spMkLst>
            <pc:docMk/>
            <pc:sldMk cId="3830921460" sldId="262"/>
            <ac:spMk id="2" creationId="{8F917974-178B-EA37-4A41-507F11B480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50E7-9E83-7D07-E3F4-6A8665A4A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89A65B-B791-8AB3-85D0-9109D8532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85304-007E-678B-1EBB-541AD448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5B6B-19BB-4832-A075-41A24A1C293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A1120-BA7F-0E7B-3786-B792CEA63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9BB6F-4C80-AC5F-F9D4-9F9991C3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A6F7C-512E-492F-A604-749BFDD21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50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16B2-3601-A5FC-1C7D-AD38119C2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CA9B9-1BF5-6A99-7FDD-85F1B7049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DBE86-E6E2-A51E-200E-642C8ACF8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5B6B-19BB-4832-A075-41A24A1C293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8C17-9A8E-10E3-3931-F5DBD5750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6B1CE-EE35-8315-0C23-535C4A0B6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A6F7C-512E-492F-A604-749BFDD21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22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0E54-8654-22DA-6F1F-12BD321FE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7C7E3-FE2A-4D9D-C7C0-7178191E6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0A456-BF91-3B51-815A-EA09CB8F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5B6B-19BB-4832-A075-41A24A1C293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356BF-4775-80EF-17CB-A6A6D8679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18F6F-7C47-C6F9-806D-CA560F96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A6F7C-512E-492F-A604-749BFDD21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41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DD833-4F85-1156-B63B-166AC45A9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5940-0BE5-E15D-32F4-91570C096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82817B-2D4A-6E42-B3AA-964F7FED9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3C7F2-F2AF-12DC-25E4-831FE8398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5B6B-19BB-4832-A075-41A24A1C293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CD5E7-28ED-B144-71E0-F699D84CA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90212-69EE-739D-6F14-1688198E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A6F7C-512E-492F-A604-749BFDD21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37266-B6C3-BBCE-417A-82D9DF29B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86291-BFCC-8CC6-184E-A25B79E79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AD706A-67C5-17E0-45CF-93A85BF35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68DE0B-FAD5-0AE3-0C08-A445478A1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391010-44AF-BDEB-01E1-40C33E72B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E1217C-F6C4-F368-DD87-D1A6C2A7F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5B6B-19BB-4832-A075-41A24A1C293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D55FDB-FD4C-77FC-7111-AD8C3A799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E03C3-5EAE-A537-C9AE-7E4D1CE0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A6F7C-512E-492F-A604-749BFDD21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53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5770E-5AF7-496F-7A6A-CB65FD4F5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8E70E-BB8C-E848-8688-862CC987C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5B6B-19BB-4832-A075-41A24A1C293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D68879-76BF-EBF9-11DD-AC8E02D2A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82E4B-3EBE-EF22-44D9-E65C41AB5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A6F7C-512E-492F-A604-749BFDD21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701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1AB58F-712A-E1E3-9609-BF85E6B8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5B6B-19BB-4832-A075-41A24A1C293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12B4B9-15EE-46EE-9E15-ACBDEA5A9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65590-538D-AD14-DAC1-DDD8C389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A6F7C-512E-492F-A604-749BFDD21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57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68542-2367-DA98-CA7D-35868C3D7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29185-8EFD-EA6C-608A-99BC52345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531AA5-48D8-143A-F56B-473847C18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CA23F-14C0-1798-2A5F-93C220630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5B6B-19BB-4832-A075-41A24A1C293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73C21-7DD8-4F81-1912-23FE17E98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4439C-74A5-E0E1-AFAF-83CD0385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A6F7C-512E-492F-A604-749BFDD21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4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179C1-2D59-EBA3-6EC5-62A1B391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991FE3-14CE-822C-DD8F-064E4A08D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88AF6-0FE6-9726-6617-36099F31C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686C6-28B4-3858-F928-C9C13E50D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5B6B-19BB-4832-A075-41A24A1C293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ADA31-B951-BA7E-15C5-27360D9F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AF941-3BA3-4893-48B4-090BE6DB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A6F7C-512E-492F-A604-749BFDD21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9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42FAE-26F9-7B6A-6699-068A01F60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D4344-DE6D-AC28-BD3A-ED6B9B1E7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DE89B-65C9-FFDD-E5E0-EF864CD39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5B6B-19BB-4832-A075-41A24A1C293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A38BA-C7F0-FD75-96D3-CE6E295CA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DE45C-A799-8D43-58AB-A22504E7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A6F7C-512E-492F-A604-749BFDD21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49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21E56D-8ABF-2DD4-4D3E-42EC166575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9ABA0-72F2-E7DF-8DDE-9F8FC8FD3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6AE53-295E-EF34-D7B6-B3C0093BA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35B6B-19BB-4832-A075-41A24A1C293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9B5A9-A6BA-4E3A-15F8-CF02C8B7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6290B-FE38-CC46-20FB-ED839D023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A6F7C-512E-492F-A604-749BFDD21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2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82A0B3-BD53-FF5B-87EC-FCDB6CAE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92B9A-F6FA-B6D8-B4A9-A8214B100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54471-656C-A712-ECAD-4CF67F216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35B6B-19BB-4832-A075-41A24A1C2938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ED5D0-CB51-BC76-8CF5-225FB1EBC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7F7D5-1FB7-54EE-AD43-76AD02F66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AA6F7C-512E-492F-A604-749BFDD21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60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abarnet@seas.upenn.edu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yuhaoyan@seas.upenn.edu" TargetMode="External"/><Relationship Id="rId4" Type="http://schemas.openxmlformats.org/officeDocument/2006/relationships/hyperlink" Target="mailto:momara@seas.upenn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53D9ED-53E8-130A-25B8-D5B2A98987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88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9A614-791E-A075-A23F-EDC1328C9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/>
              <a:t>True Fans – NHL Stats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80709-BBFC-FFD7-529A-73B18B86B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 dirty="0"/>
              <a:t>CIS550 Final Project, Group 14</a:t>
            </a:r>
          </a:p>
          <a:p>
            <a:pPr algn="l"/>
            <a:r>
              <a:rPr lang="en-US" sz="2000" b="0" i="0" u="none" strike="noStrike" dirty="0">
                <a:effectLst/>
              </a:rPr>
              <a:t>Jason Barnett, </a:t>
            </a:r>
            <a:r>
              <a:rPr lang="en-US" sz="2000" b="0" i="0" u="sng" strike="noStrike" dirty="0">
                <a:effectLst/>
                <a:hlinkClick r:id="rId3"/>
              </a:rPr>
              <a:t>jabarnet@seas.upenn.edu</a:t>
            </a:r>
            <a:endParaRPr lang="en-US" sz="2000" b="0" dirty="0">
              <a:effectLst/>
            </a:endParaRPr>
          </a:p>
          <a:p>
            <a:pPr algn="l"/>
            <a:r>
              <a:rPr lang="en-US" sz="2000" b="0" i="0" u="none" strike="noStrike" dirty="0">
                <a:effectLst/>
              </a:rPr>
              <a:t>Molly O’Mara, </a:t>
            </a:r>
            <a:r>
              <a:rPr lang="en-US" sz="2000" b="0" i="0" u="sng" strike="noStrike" dirty="0">
                <a:effectLst/>
                <a:hlinkClick r:id="rId4"/>
              </a:rPr>
              <a:t>momara@seas.upenn.edu</a:t>
            </a:r>
            <a:r>
              <a:rPr lang="en-US" sz="2000" b="0" i="0" u="none" strike="noStrike" dirty="0">
                <a:effectLst/>
              </a:rPr>
              <a:t> </a:t>
            </a:r>
            <a:endParaRPr lang="en-US" sz="2000" b="0" dirty="0">
              <a:effectLst/>
            </a:endParaRPr>
          </a:p>
          <a:p>
            <a:pPr algn="l"/>
            <a:r>
              <a:rPr lang="en-US" sz="2000" b="0" i="0" u="none" strike="noStrike" dirty="0">
                <a:effectLst/>
              </a:rPr>
              <a:t>Yuhao Yan, </a:t>
            </a:r>
            <a:r>
              <a:rPr lang="en-US" sz="2000" b="0" i="0" u="sng" strike="noStrike" dirty="0">
                <a:effectLst/>
                <a:hlinkClick r:id="rId5"/>
              </a:rPr>
              <a:t>yuhaoyan@seas.upenn.edu</a:t>
            </a:r>
            <a:r>
              <a:rPr lang="en-US" sz="2000" b="0" i="0" u="none" strike="noStrike" dirty="0">
                <a:effectLst/>
              </a:rPr>
              <a:t> </a:t>
            </a:r>
            <a:endParaRPr lang="en-US" sz="2000" b="0" dirty="0">
              <a:effectLst/>
            </a:endParaRPr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42531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8719-50A2-FF6D-D97B-2092D6C09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True Fans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DD3AB-88A7-C26A-F682-44AB32E86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</a:rPr>
              <a:t>P</a:t>
            </a:r>
            <a:r>
              <a:rPr lang="en-US" b="0" i="0" u="none" strike="noStrike" dirty="0">
                <a:solidFill>
                  <a:srgbClr val="2D3B45"/>
                </a:solidFill>
                <a:effectLst/>
                <a:latin typeface="Arial" panose="020B0604020202020204" pitchFamily="34" charset="0"/>
              </a:rPr>
              <a:t>rovide more insightful information about the game of hockey for casual and non-hockey fans</a:t>
            </a:r>
          </a:p>
          <a:p>
            <a:pPr marL="0" indent="0">
              <a:buNone/>
            </a:pPr>
            <a:endParaRPr lang="en-US" dirty="0">
              <a:solidFill>
                <a:srgbClr val="2D3B45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</a:rPr>
              <a:t>Increase web </a:t>
            </a:r>
            <a:r>
              <a:rPr lang="en-US" b="0" i="0" u="none" strike="noStrike" dirty="0">
                <a:solidFill>
                  <a:srgbClr val="2D3B45"/>
                </a:solidFill>
                <a:effectLst/>
                <a:latin typeface="Arial" panose="020B0604020202020204" pitchFamily="34" charset="0"/>
              </a:rPr>
              <a:t>engages to be quickly educated more about the game</a:t>
            </a:r>
          </a:p>
          <a:p>
            <a:pPr marL="0" indent="0">
              <a:buNone/>
            </a:pPr>
            <a:endParaRPr lang="en-US" b="0" i="0" u="none" strike="noStrike" dirty="0">
              <a:solidFill>
                <a:srgbClr val="2D3B45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0" i="0" u="none" strike="noStrike" dirty="0">
                <a:solidFill>
                  <a:srgbClr val="2D3B45"/>
                </a:solidFill>
                <a:effectLst/>
                <a:latin typeface="Arial" panose="020B0604020202020204" pitchFamily="34" charset="0"/>
              </a:rPr>
              <a:t>Showcase players and teams that they can follow</a:t>
            </a:r>
          </a:p>
          <a:p>
            <a:pPr marL="0" indent="0">
              <a:buNone/>
            </a:pPr>
            <a:endParaRPr lang="en-US" dirty="0">
              <a:solidFill>
                <a:srgbClr val="2D3B45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</a:rPr>
              <a:t>More in-depth analysis views to keep them engaged</a:t>
            </a:r>
            <a:endParaRPr lang="en-US" b="0" i="0" u="none" strike="noStrike" dirty="0">
              <a:solidFill>
                <a:srgbClr val="2D3B45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rgbClr val="2D3B45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2D3B45"/>
                </a:solidFill>
                <a:latin typeface="Arial" panose="020B0604020202020204" pitchFamily="34" charset="0"/>
              </a:rPr>
              <a:t>Help them become a “knowledgeable” hockey fans and help them </a:t>
            </a:r>
            <a:r>
              <a:rPr lang="en-US" b="0" i="0" u="none" strike="noStrike" dirty="0">
                <a:solidFill>
                  <a:srgbClr val="2D3B45"/>
                </a:solidFill>
                <a:effectLst/>
                <a:latin typeface="Arial" panose="020B0604020202020204" pitchFamily="34" charset="0"/>
              </a:rPr>
              <a:t>speak the “Hockey Language”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86346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688F-6C0C-BFC9-ED2A-9616752C9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6387A-07FC-5286-4482-2D00C7454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Kaggle Dataset &amp; </a:t>
            </a:r>
            <a:r>
              <a:rPr lang="en-US" dirty="0" err="1"/>
              <a:t>Moneypuck</a:t>
            </a:r>
            <a:r>
              <a:rPr lang="en-US" dirty="0"/>
              <a:t> Dataset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642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08D9B-300F-77CE-D5AE-2E2080A43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A96E0E-31A0-8AEB-A6AF-A54F9A90E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13" y="1573530"/>
            <a:ext cx="11271227" cy="3973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275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818E3-82EE-1CA0-4D61-3B7E40B41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F8DB7-3A3F-A9D7-3CEE-22D55A5C3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44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ACE4E-F666-AE0A-C965-255046557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Optimzation</a:t>
            </a:r>
            <a:r>
              <a:rPr lang="en-US" dirty="0"/>
              <a:t> &amp; Extras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2ADA4-5E37-D83B-93F5-FF20C4DF3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894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17974-178B-EA37-4A41-507F11B48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77CF2-FDCF-F504-1794-5B6621B19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921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119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True Fans – NHL Stats App</vt:lpstr>
      <vt:lpstr>Why True Fans</vt:lpstr>
      <vt:lpstr>Development Approach</vt:lpstr>
      <vt:lpstr>Architecture</vt:lpstr>
      <vt:lpstr>Application Overview</vt:lpstr>
      <vt:lpstr>Optimzation &amp; Extras </vt:lpstr>
      <vt:lpstr>Tech 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Barnett</dc:creator>
  <cp:lastModifiedBy>Jason Barnett</cp:lastModifiedBy>
  <cp:revision>1</cp:revision>
  <dcterms:created xsi:type="dcterms:W3CDTF">2025-04-23T17:37:30Z</dcterms:created>
  <dcterms:modified xsi:type="dcterms:W3CDTF">2025-04-23T23:16:58Z</dcterms:modified>
</cp:coreProperties>
</file>